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66FF33"/>
    <a:srgbClr val="4FD1C5"/>
    <a:srgbClr val="003150"/>
    <a:srgbClr val="012741"/>
    <a:srgbClr val="FFFF66"/>
    <a:srgbClr val="669900"/>
    <a:srgbClr val="D1D5D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B94A0D-32C4-4322-A82D-03F08AF9E461}" v="221" dt="2026-04-27T07:52:42.2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oomika Chourey" userId="6a647bb81ea0ddee" providerId="LiveId" clId="{7522853C-C19E-4440-8230-9975E38E644F}"/>
    <pc:docChg chg="undo custSel addSld modSld modMainMaster">
      <pc:chgData name="Bhoomika Chourey" userId="6a647bb81ea0ddee" providerId="LiveId" clId="{7522853C-C19E-4440-8230-9975E38E644F}" dt="2026-04-27T07:52:42.241" v="1087"/>
      <pc:docMkLst>
        <pc:docMk/>
      </pc:docMkLst>
      <pc:sldChg chg="modSp mod modTransition">
        <pc:chgData name="Bhoomika Chourey" userId="6a647bb81ea0ddee" providerId="LiveId" clId="{7522853C-C19E-4440-8230-9975E38E644F}" dt="2026-04-27T07:52:42.241" v="1087"/>
        <pc:sldMkLst>
          <pc:docMk/>
          <pc:sldMk cId="521722095" sldId="256"/>
        </pc:sldMkLst>
        <pc:spChg chg="mod">
          <ac:chgData name="Bhoomika Chourey" userId="6a647bb81ea0ddee" providerId="LiveId" clId="{7522853C-C19E-4440-8230-9975E38E644F}" dt="2026-04-27T05:10:59.724" v="930" actId="207"/>
          <ac:spMkLst>
            <pc:docMk/>
            <pc:sldMk cId="521722095" sldId="256"/>
            <ac:spMk id="2" creationId="{0A766D15-28B4-1496-A206-422DB2FB9993}"/>
          </ac:spMkLst>
        </pc:spChg>
        <pc:spChg chg="mod">
          <ac:chgData name="Bhoomika Chourey" userId="6a647bb81ea0ddee" providerId="LiveId" clId="{7522853C-C19E-4440-8230-9975E38E644F}" dt="2026-04-27T05:11:09.497" v="931" actId="255"/>
          <ac:spMkLst>
            <pc:docMk/>
            <pc:sldMk cId="521722095" sldId="256"/>
            <ac:spMk id="3" creationId="{C6159360-97FF-5854-33BF-8B677CC0BB8C}"/>
          </ac:spMkLst>
        </pc:spChg>
      </pc:sldChg>
      <pc:sldChg chg="modSp mod modTransition modAnim">
        <pc:chgData name="Bhoomika Chourey" userId="6a647bb81ea0ddee" providerId="LiveId" clId="{7522853C-C19E-4440-8230-9975E38E644F}" dt="2026-04-27T07:52:42.241" v="1087"/>
        <pc:sldMkLst>
          <pc:docMk/>
          <pc:sldMk cId="2907528434" sldId="257"/>
        </pc:sldMkLst>
        <pc:spChg chg="mod">
          <ac:chgData name="Bhoomika Chourey" userId="6a647bb81ea0ddee" providerId="LiveId" clId="{7522853C-C19E-4440-8230-9975E38E644F}" dt="2026-04-27T07:24:59.508" v="1073" actId="255"/>
          <ac:spMkLst>
            <pc:docMk/>
            <pc:sldMk cId="2907528434" sldId="257"/>
            <ac:spMk id="2" creationId="{A603DAF5-E91C-B09C-0D29-F2F8030396C6}"/>
          </ac:spMkLst>
        </pc:spChg>
        <pc:spChg chg="mod">
          <ac:chgData name="Bhoomika Chourey" userId="6a647bb81ea0ddee" providerId="LiveId" clId="{7522853C-C19E-4440-8230-9975E38E644F}" dt="2026-04-27T05:16:43.265" v="998" actId="20577"/>
          <ac:spMkLst>
            <pc:docMk/>
            <pc:sldMk cId="2907528434" sldId="257"/>
            <ac:spMk id="4" creationId="{5A9784C8-3E32-9BF6-05AC-13B4051B5DF7}"/>
          </ac:spMkLst>
        </pc:spChg>
      </pc:sldChg>
      <pc:sldChg chg="addSp delSp modSp new mod modTransition modAnim">
        <pc:chgData name="Bhoomika Chourey" userId="6a647bb81ea0ddee" providerId="LiveId" clId="{7522853C-C19E-4440-8230-9975E38E644F}" dt="2026-04-27T07:52:42.241" v="1087"/>
        <pc:sldMkLst>
          <pc:docMk/>
          <pc:sldMk cId="2935484789" sldId="258"/>
        </pc:sldMkLst>
        <pc:spChg chg="mod">
          <ac:chgData name="Bhoomika Chourey" userId="6a647bb81ea0ddee" providerId="LiveId" clId="{7522853C-C19E-4440-8230-9975E38E644F}" dt="2026-04-27T07:24:46.997" v="1072" actId="255"/>
          <ac:spMkLst>
            <pc:docMk/>
            <pc:sldMk cId="2935484789" sldId="258"/>
            <ac:spMk id="2" creationId="{9D03F2F4-2208-ED03-0BC8-BE8F5866C5B4}"/>
          </ac:spMkLst>
        </pc:spChg>
        <pc:spChg chg="del">
          <ac:chgData name="Bhoomika Chourey" userId="6a647bb81ea0ddee" providerId="LiveId" clId="{7522853C-C19E-4440-8230-9975E38E644F}" dt="2026-04-26T16:07:28.865" v="2"/>
          <ac:spMkLst>
            <pc:docMk/>
            <pc:sldMk cId="2935484789" sldId="258"/>
            <ac:spMk id="3" creationId="{468D921E-CA51-1A0A-9559-642EE9841FCA}"/>
          </ac:spMkLst>
        </pc:spChg>
        <pc:spChg chg="add mod">
          <ac:chgData name="Bhoomika Chourey" userId="6a647bb81ea0ddee" providerId="LiveId" clId="{7522853C-C19E-4440-8230-9975E38E644F}" dt="2026-04-27T05:16:28.931" v="994" actId="20577"/>
          <ac:spMkLst>
            <pc:docMk/>
            <pc:sldMk cId="2935484789" sldId="258"/>
            <ac:spMk id="4" creationId="{E77EF8F8-921B-D2AF-B1EA-04CC1C87F1AE}"/>
          </ac:spMkLst>
        </pc:spChg>
      </pc:sldChg>
      <pc:sldChg chg="addSp delSp modSp new mod modTransition modAnim">
        <pc:chgData name="Bhoomika Chourey" userId="6a647bb81ea0ddee" providerId="LiveId" clId="{7522853C-C19E-4440-8230-9975E38E644F}" dt="2026-04-27T07:52:42.241" v="1087"/>
        <pc:sldMkLst>
          <pc:docMk/>
          <pc:sldMk cId="3372522091" sldId="259"/>
        </pc:sldMkLst>
        <pc:spChg chg="mod">
          <ac:chgData name="Bhoomika Chourey" userId="6a647bb81ea0ddee" providerId="LiveId" clId="{7522853C-C19E-4440-8230-9975E38E644F}" dt="2026-04-27T07:24:36.490" v="1071" actId="255"/>
          <ac:spMkLst>
            <pc:docMk/>
            <pc:sldMk cId="3372522091" sldId="259"/>
            <ac:spMk id="2" creationId="{0E61703A-E36A-02E1-41B6-289DD332336E}"/>
          </ac:spMkLst>
        </pc:spChg>
        <pc:spChg chg="del">
          <ac:chgData name="Bhoomika Chourey" userId="6a647bb81ea0ddee" providerId="LiveId" clId="{7522853C-C19E-4440-8230-9975E38E644F}" dt="2026-04-26T16:07:43.968" v="5"/>
          <ac:spMkLst>
            <pc:docMk/>
            <pc:sldMk cId="3372522091" sldId="259"/>
            <ac:spMk id="3" creationId="{CA345B84-7AD3-3914-C879-F1CB12146440}"/>
          </ac:spMkLst>
        </pc:spChg>
        <pc:spChg chg="add mod">
          <ac:chgData name="Bhoomika Chourey" userId="6a647bb81ea0ddee" providerId="LiveId" clId="{7522853C-C19E-4440-8230-9975E38E644F}" dt="2026-04-27T05:16:18.096" v="990" actId="20577"/>
          <ac:spMkLst>
            <pc:docMk/>
            <pc:sldMk cId="3372522091" sldId="259"/>
            <ac:spMk id="4" creationId="{78962546-D50A-BAF4-47E2-BF0F62F4B561}"/>
          </ac:spMkLst>
        </pc:spChg>
      </pc:sldChg>
      <pc:sldChg chg="addSp delSp modSp new mod modTransition">
        <pc:chgData name="Bhoomika Chourey" userId="6a647bb81ea0ddee" providerId="LiveId" clId="{7522853C-C19E-4440-8230-9975E38E644F}" dt="2026-04-27T07:52:42.241" v="1087"/>
        <pc:sldMkLst>
          <pc:docMk/>
          <pc:sldMk cId="2006735849" sldId="260"/>
        </pc:sldMkLst>
        <pc:spChg chg="del">
          <ac:chgData name="Bhoomika Chourey" userId="6a647bb81ea0ddee" providerId="LiveId" clId="{7522853C-C19E-4440-8230-9975E38E644F}" dt="2026-04-26T16:11:44.411" v="7" actId="21"/>
          <ac:spMkLst>
            <pc:docMk/>
            <pc:sldMk cId="2006735849" sldId="260"/>
            <ac:spMk id="2" creationId="{C789CBFB-AE18-F081-204C-A0356558AAB5}"/>
          </ac:spMkLst>
        </pc:spChg>
        <pc:spChg chg="del mod">
          <ac:chgData name="Bhoomika Chourey" userId="6a647bb81ea0ddee" providerId="LiveId" clId="{7522853C-C19E-4440-8230-9975E38E644F}" dt="2026-04-26T16:11:57.114" v="10" actId="21"/>
          <ac:spMkLst>
            <pc:docMk/>
            <pc:sldMk cId="2006735849" sldId="260"/>
            <ac:spMk id="3" creationId="{57DE0BEA-5633-AC54-97C7-0370AA72D6FC}"/>
          </ac:spMkLst>
        </pc:spChg>
        <pc:spChg chg="add del mod">
          <ac:chgData name="Bhoomika Chourey" userId="6a647bb81ea0ddee" providerId="LiveId" clId="{7522853C-C19E-4440-8230-9975E38E644F}" dt="2026-04-26T16:12:11.322" v="12" actId="931"/>
          <ac:spMkLst>
            <pc:docMk/>
            <pc:sldMk cId="2006735849" sldId="260"/>
            <ac:spMk id="4" creationId="{57DE0BEA-5633-AC54-97C7-0370AA72D6FC}"/>
          </ac:spMkLst>
        </pc:spChg>
        <pc:spChg chg="add del mod">
          <ac:chgData name="Bhoomika Chourey" userId="6a647bb81ea0ddee" providerId="LiveId" clId="{7522853C-C19E-4440-8230-9975E38E644F}" dt="2026-04-26T16:56:02.248" v="390" actId="931"/>
          <ac:spMkLst>
            <pc:docMk/>
            <pc:sldMk cId="2006735849" sldId="260"/>
            <ac:spMk id="8" creationId="{AC6A310D-AB99-0D07-5C27-3EE0F8B64FC8}"/>
          </ac:spMkLst>
        </pc:spChg>
        <pc:spChg chg="add del mod">
          <ac:chgData name="Bhoomika Chourey" userId="6a647bb81ea0ddee" providerId="LiveId" clId="{7522853C-C19E-4440-8230-9975E38E644F}" dt="2026-04-26T18:12:42.171" v="702" actId="931"/>
          <ac:spMkLst>
            <pc:docMk/>
            <pc:sldMk cId="2006735849" sldId="260"/>
            <ac:spMk id="12" creationId="{93262305-55EF-8581-00CE-DF0CF865F391}"/>
          </ac:spMkLst>
        </pc:spChg>
        <pc:spChg chg="add del mod">
          <ac:chgData name="Bhoomika Chourey" userId="6a647bb81ea0ddee" providerId="LiveId" clId="{7522853C-C19E-4440-8230-9975E38E644F}" dt="2026-04-26T18:17:50.090" v="732" actId="931"/>
          <ac:spMkLst>
            <pc:docMk/>
            <pc:sldMk cId="2006735849" sldId="260"/>
            <ac:spMk id="16" creationId="{0FE5B034-EB9B-B9DA-FF4F-33F08D518F02}"/>
          </ac:spMkLst>
        </pc:spChg>
        <pc:picChg chg="add del mod ord modCrop">
          <ac:chgData name="Bhoomika Chourey" userId="6a647bb81ea0ddee" providerId="LiveId" clId="{7522853C-C19E-4440-8230-9975E38E644F}" dt="2026-04-26T16:55:49.707" v="389" actId="21"/>
          <ac:picMkLst>
            <pc:docMk/>
            <pc:sldMk cId="2006735849" sldId="260"/>
            <ac:picMk id="6" creationId="{DC2323EE-60C2-BB4B-E7C0-B02FC4BB70A9}"/>
          </ac:picMkLst>
        </pc:picChg>
        <pc:picChg chg="add del mod ord modCrop">
          <ac:chgData name="Bhoomika Chourey" userId="6a647bb81ea0ddee" providerId="LiveId" clId="{7522853C-C19E-4440-8230-9975E38E644F}" dt="2026-04-26T18:12:33.707" v="701" actId="21"/>
          <ac:picMkLst>
            <pc:docMk/>
            <pc:sldMk cId="2006735849" sldId="260"/>
            <ac:picMk id="10" creationId="{F14BB224-4EDF-FBD9-C6EF-3502697EFDCA}"/>
          </ac:picMkLst>
        </pc:picChg>
        <pc:picChg chg="add del mod ord modCrop">
          <ac:chgData name="Bhoomika Chourey" userId="6a647bb81ea0ddee" providerId="LiveId" clId="{7522853C-C19E-4440-8230-9975E38E644F}" dt="2026-04-26T18:17:37.181" v="731" actId="21"/>
          <ac:picMkLst>
            <pc:docMk/>
            <pc:sldMk cId="2006735849" sldId="260"/>
            <ac:picMk id="14" creationId="{5EEDC4F7-1811-6861-F77E-62E8062A2BC8}"/>
          </ac:picMkLst>
        </pc:picChg>
        <pc:picChg chg="add mod ord modCrop">
          <ac:chgData name="Bhoomika Chourey" userId="6a647bb81ea0ddee" providerId="LiveId" clId="{7522853C-C19E-4440-8230-9975E38E644F}" dt="2026-04-27T05:13:50.617" v="957" actId="1036"/>
          <ac:picMkLst>
            <pc:docMk/>
            <pc:sldMk cId="2006735849" sldId="260"/>
            <ac:picMk id="18" creationId="{C427BE81-F5EB-64C1-79E0-76935189464C}"/>
          </ac:picMkLst>
        </pc:picChg>
      </pc:sldChg>
      <pc:sldChg chg="addSp delSp modSp new mod modTransition">
        <pc:chgData name="Bhoomika Chourey" userId="6a647bb81ea0ddee" providerId="LiveId" clId="{7522853C-C19E-4440-8230-9975E38E644F}" dt="2026-04-27T07:52:42.241" v="1087"/>
        <pc:sldMkLst>
          <pc:docMk/>
          <pc:sldMk cId="1397189276" sldId="261"/>
        </pc:sldMkLst>
        <pc:spChg chg="mod">
          <ac:chgData name="Bhoomika Chourey" userId="6a647bb81ea0ddee" providerId="LiveId" clId="{7522853C-C19E-4440-8230-9975E38E644F}" dt="2026-04-27T07:24:26.346" v="1070" actId="255"/>
          <ac:spMkLst>
            <pc:docMk/>
            <pc:sldMk cId="1397189276" sldId="261"/>
            <ac:spMk id="2" creationId="{08714FAD-2E09-3A7C-3FAB-E549917A2BFD}"/>
          </ac:spMkLst>
        </pc:spChg>
        <pc:spChg chg="del">
          <ac:chgData name="Bhoomika Chourey" userId="6a647bb81ea0ddee" providerId="LiveId" clId="{7522853C-C19E-4440-8230-9975E38E644F}" dt="2026-04-26T16:14:38.326" v="32" actId="931"/>
          <ac:spMkLst>
            <pc:docMk/>
            <pc:sldMk cId="1397189276" sldId="261"/>
            <ac:spMk id="3" creationId="{DD58A16A-F754-B165-40AF-A686426A5B8C}"/>
          </ac:spMkLst>
        </pc:spChg>
        <pc:picChg chg="add mod ord modCrop">
          <ac:chgData name="Bhoomika Chourey" userId="6a647bb81ea0ddee" providerId="LiveId" clId="{7522853C-C19E-4440-8230-9975E38E644F}" dt="2026-04-27T00:00:21.969" v="868" actId="1076"/>
          <ac:picMkLst>
            <pc:docMk/>
            <pc:sldMk cId="1397189276" sldId="261"/>
            <ac:picMk id="5" creationId="{168AEB2D-AFF1-5D84-98ED-130BE58AC84D}"/>
          </ac:picMkLst>
        </pc:picChg>
        <pc:picChg chg="add mod modCrop">
          <ac:chgData name="Bhoomika Chourey" userId="6a647bb81ea0ddee" providerId="LiveId" clId="{7522853C-C19E-4440-8230-9975E38E644F}" dt="2026-04-27T00:00:12.916" v="865" actId="1076"/>
          <ac:picMkLst>
            <pc:docMk/>
            <pc:sldMk cId="1397189276" sldId="261"/>
            <ac:picMk id="7" creationId="{B2593FA3-054F-7469-8AD2-2BD531CE512D}"/>
          </ac:picMkLst>
        </pc:picChg>
        <pc:picChg chg="add mod modCrop">
          <ac:chgData name="Bhoomika Chourey" userId="6a647bb81ea0ddee" providerId="LiveId" clId="{7522853C-C19E-4440-8230-9975E38E644F}" dt="2026-04-26T16:24:33.235" v="152" actId="1076"/>
          <ac:picMkLst>
            <pc:docMk/>
            <pc:sldMk cId="1397189276" sldId="261"/>
            <ac:picMk id="9" creationId="{1252323C-9B7F-C8A6-2636-98EE43702D94}"/>
          </ac:picMkLst>
        </pc:picChg>
        <pc:picChg chg="add mod modCrop">
          <ac:chgData name="Bhoomika Chourey" userId="6a647bb81ea0ddee" providerId="LiveId" clId="{7522853C-C19E-4440-8230-9975E38E644F}" dt="2026-04-27T00:02:44.185" v="870" actId="1036"/>
          <ac:picMkLst>
            <pc:docMk/>
            <pc:sldMk cId="1397189276" sldId="261"/>
            <ac:picMk id="11" creationId="{1713AE48-C2B2-B4C2-416E-F82F5F7D23BA}"/>
          </ac:picMkLst>
        </pc:picChg>
        <pc:picChg chg="add mod modCrop">
          <ac:chgData name="Bhoomika Chourey" userId="6a647bb81ea0ddee" providerId="LiveId" clId="{7522853C-C19E-4440-8230-9975E38E644F}" dt="2026-04-26T16:25:19.015" v="163" actId="1076"/>
          <ac:picMkLst>
            <pc:docMk/>
            <pc:sldMk cId="1397189276" sldId="261"/>
            <ac:picMk id="13" creationId="{7AFCFECD-0777-77C7-1102-2C062138BEA4}"/>
          </ac:picMkLst>
        </pc:picChg>
        <pc:picChg chg="add mod modCrop">
          <ac:chgData name="Bhoomika Chourey" userId="6a647bb81ea0ddee" providerId="LiveId" clId="{7522853C-C19E-4440-8230-9975E38E644F}" dt="2026-04-27T00:01:31.955" v="869" actId="1076"/>
          <ac:picMkLst>
            <pc:docMk/>
            <pc:sldMk cId="1397189276" sldId="261"/>
            <ac:picMk id="15" creationId="{243ACCA7-10D8-B70B-AD9C-A13070643870}"/>
          </ac:picMkLst>
        </pc:picChg>
      </pc:sldChg>
      <pc:sldChg chg="addSp delSp modSp new mod modTransition modAnim">
        <pc:chgData name="Bhoomika Chourey" userId="6a647bb81ea0ddee" providerId="LiveId" clId="{7522853C-C19E-4440-8230-9975E38E644F}" dt="2026-04-27T07:52:42.241" v="1087"/>
        <pc:sldMkLst>
          <pc:docMk/>
          <pc:sldMk cId="3726643274" sldId="262"/>
        </pc:sldMkLst>
        <pc:spChg chg="mod">
          <ac:chgData name="Bhoomika Chourey" userId="6a647bb81ea0ddee" providerId="LiveId" clId="{7522853C-C19E-4440-8230-9975E38E644F}" dt="2026-04-27T07:24:17.146" v="1069" actId="255"/>
          <ac:spMkLst>
            <pc:docMk/>
            <pc:sldMk cId="3726643274" sldId="262"/>
            <ac:spMk id="2" creationId="{CAEC928A-049F-94D8-EBDE-38FD836C54B4}"/>
          </ac:spMkLst>
        </pc:spChg>
        <pc:spChg chg="mod">
          <ac:chgData name="Bhoomika Chourey" userId="6a647bb81ea0ddee" providerId="LiveId" clId="{7522853C-C19E-4440-8230-9975E38E644F}" dt="2026-04-27T05:14:46.960" v="964" actId="20577"/>
          <ac:spMkLst>
            <pc:docMk/>
            <pc:sldMk cId="3726643274" sldId="262"/>
            <ac:spMk id="3" creationId="{08F4A3F1-3E42-FA60-1AE5-219B993A54F2}"/>
          </ac:spMkLst>
        </pc:spChg>
        <pc:picChg chg="add del mod modCrop">
          <ac:chgData name="Bhoomika Chourey" userId="6a647bb81ea0ddee" providerId="LiveId" clId="{7522853C-C19E-4440-8230-9975E38E644F}" dt="2026-04-26T18:19:59.281" v="759" actId="21"/>
          <ac:picMkLst>
            <pc:docMk/>
            <pc:sldMk cId="3726643274" sldId="262"/>
            <ac:picMk id="5" creationId="{F83D8E54-F0FA-0BE2-310C-1E88EA9DE85C}"/>
          </ac:picMkLst>
        </pc:picChg>
        <pc:picChg chg="add mod modCrop">
          <ac:chgData name="Bhoomika Chourey" userId="6a647bb81ea0ddee" providerId="LiveId" clId="{7522853C-C19E-4440-8230-9975E38E644F}" dt="2026-04-26T18:20:43.828" v="771" actId="1076"/>
          <ac:picMkLst>
            <pc:docMk/>
            <pc:sldMk cId="3726643274" sldId="262"/>
            <ac:picMk id="7" creationId="{8AECC587-CF67-7E39-A748-1A3282983EC2}"/>
          </ac:picMkLst>
        </pc:picChg>
      </pc:sldChg>
      <pc:sldChg chg="addSp delSp modSp new mod modTransition modAnim">
        <pc:chgData name="Bhoomika Chourey" userId="6a647bb81ea0ddee" providerId="LiveId" clId="{7522853C-C19E-4440-8230-9975E38E644F}" dt="2026-04-27T07:52:42.241" v="1087"/>
        <pc:sldMkLst>
          <pc:docMk/>
          <pc:sldMk cId="2768676139" sldId="263"/>
        </pc:sldMkLst>
        <pc:spChg chg="mod">
          <ac:chgData name="Bhoomika Chourey" userId="6a647bb81ea0ddee" providerId="LiveId" clId="{7522853C-C19E-4440-8230-9975E38E644F}" dt="2026-04-27T07:23:10.588" v="1065" actId="255"/>
          <ac:spMkLst>
            <pc:docMk/>
            <pc:sldMk cId="2768676139" sldId="263"/>
            <ac:spMk id="2" creationId="{7AEEDADB-09C3-A0D9-5610-54604C69E1B1}"/>
          </ac:spMkLst>
        </pc:spChg>
        <pc:spChg chg="del">
          <ac:chgData name="Bhoomika Chourey" userId="6a647bb81ea0ddee" providerId="LiveId" clId="{7522853C-C19E-4440-8230-9975E38E644F}" dt="2026-04-26T16:28:33.158" v="185"/>
          <ac:spMkLst>
            <pc:docMk/>
            <pc:sldMk cId="2768676139" sldId="263"/>
            <ac:spMk id="3" creationId="{578BAEE2-3B39-1026-E3FA-EDC93A3525C2}"/>
          </ac:spMkLst>
        </pc:spChg>
        <pc:spChg chg="add mod">
          <ac:chgData name="Bhoomika Chourey" userId="6a647bb81ea0ddee" providerId="LiveId" clId="{7522853C-C19E-4440-8230-9975E38E644F}" dt="2026-04-27T05:15:53.144" v="987" actId="20577"/>
          <ac:spMkLst>
            <pc:docMk/>
            <pc:sldMk cId="2768676139" sldId="263"/>
            <ac:spMk id="4" creationId="{5FFE2561-17FA-5135-7BEA-C175640A588D}"/>
          </ac:spMkLst>
        </pc:spChg>
        <pc:picChg chg="add del mod modCrop">
          <ac:chgData name="Bhoomika Chourey" userId="6a647bb81ea0ddee" providerId="LiveId" clId="{7522853C-C19E-4440-8230-9975E38E644F}" dt="2026-04-26T16:30:36.807" v="195" actId="21"/>
          <ac:picMkLst>
            <pc:docMk/>
            <pc:sldMk cId="2768676139" sldId="263"/>
            <ac:picMk id="6" creationId="{37AF40A7-ED34-BC59-0442-0F6F2627FB5D}"/>
          </ac:picMkLst>
        </pc:picChg>
        <pc:picChg chg="add mod modCrop">
          <ac:chgData name="Bhoomika Chourey" userId="6a647bb81ea0ddee" providerId="LiveId" clId="{7522853C-C19E-4440-8230-9975E38E644F}" dt="2026-04-27T05:15:06.585" v="966" actId="207"/>
          <ac:picMkLst>
            <pc:docMk/>
            <pc:sldMk cId="2768676139" sldId="263"/>
            <ac:picMk id="8" creationId="{1BA3D0D1-DAFC-C295-508C-FECD0E526DC5}"/>
          </ac:picMkLst>
        </pc:picChg>
      </pc:sldChg>
      <pc:sldChg chg="addSp delSp modSp new mod modTransition modAnim">
        <pc:chgData name="Bhoomika Chourey" userId="6a647bb81ea0ddee" providerId="LiveId" clId="{7522853C-C19E-4440-8230-9975E38E644F}" dt="2026-04-27T07:52:42.241" v="1087"/>
        <pc:sldMkLst>
          <pc:docMk/>
          <pc:sldMk cId="1838574223" sldId="264"/>
        </pc:sldMkLst>
        <pc:spChg chg="mod">
          <ac:chgData name="Bhoomika Chourey" userId="6a647bb81ea0ddee" providerId="LiveId" clId="{7522853C-C19E-4440-8230-9975E38E644F}" dt="2026-04-27T07:22:56.595" v="1064" actId="255"/>
          <ac:spMkLst>
            <pc:docMk/>
            <pc:sldMk cId="1838574223" sldId="264"/>
            <ac:spMk id="2" creationId="{3142861F-477C-FA86-62AD-A2E826F3DADF}"/>
          </ac:spMkLst>
        </pc:spChg>
        <pc:spChg chg="del">
          <ac:chgData name="Bhoomika Chourey" userId="6a647bb81ea0ddee" providerId="LiveId" clId="{7522853C-C19E-4440-8230-9975E38E644F}" dt="2026-04-26T16:32:30.532" v="213"/>
          <ac:spMkLst>
            <pc:docMk/>
            <pc:sldMk cId="1838574223" sldId="264"/>
            <ac:spMk id="3" creationId="{2FDD1288-5270-6F2D-542A-6AB009CE5655}"/>
          </ac:spMkLst>
        </pc:spChg>
        <pc:spChg chg="add mod">
          <ac:chgData name="Bhoomika Chourey" userId="6a647bb81ea0ddee" providerId="LiveId" clId="{7522853C-C19E-4440-8230-9975E38E644F}" dt="2026-04-27T05:17:28.444" v="1009" actId="5793"/>
          <ac:spMkLst>
            <pc:docMk/>
            <pc:sldMk cId="1838574223" sldId="264"/>
            <ac:spMk id="4" creationId="{3CE3799D-A67A-FA2D-10BD-147945276C22}"/>
          </ac:spMkLst>
        </pc:spChg>
        <pc:picChg chg="add mod modCrop">
          <ac:chgData name="Bhoomika Chourey" userId="6a647bb81ea0ddee" providerId="LiveId" clId="{7522853C-C19E-4440-8230-9975E38E644F}" dt="2026-04-27T05:17:04.798" v="1000" actId="207"/>
          <ac:picMkLst>
            <pc:docMk/>
            <pc:sldMk cId="1838574223" sldId="264"/>
            <ac:picMk id="5" creationId="{5B3CD60C-45A2-1126-56E3-72C5D48034EF}"/>
          </ac:picMkLst>
        </pc:picChg>
        <pc:picChg chg="add del mod modCrop">
          <ac:chgData name="Bhoomika Chourey" userId="6a647bb81ea0ddee" providerId="LiveId" clId="{7522853C-C19E-4440-8230-9975E38E644F}" dt="2026-04-27T00:06:21.361" v="876" actId="21"/>
          <ac:picMkLst>
            <pc:docMk/>
            <pc:sldMk cId="1838574223" sldId="264"/>
            <ac:picMk id="6" creationId="{C5F52C47-1125-ACA8-8BE5-594E76320E5D}"/>
          </ac:picMkLst>
        </pc:picChg>
      </pc:sldChg>
      <pc:sldChg chg="addSp delSp modSp new mod modTransition modAnim">
        <pc:chgData name="Bhoomika Chourey" userId="6a647bb81ea0ddee" providerId="LiveId" clId="{7522853C-C19E-4440-8230-9975E38E644F}" dt="2026-04-27T07:52:42.241" v="1087"/>
        <pc:sldMkLst>
          <pc:docMk/>
          <pc:sldMk cId="1860904218" sldId="265"/>
        </pc:sldMkLst>
        <pc:spChg chg="mod">
          <ac:chgData name="Bhoomika Chourey" userId="6a647bb81ea0ddee" providerId="LiveId" clId="{7522853C-C19E-4440-8230-9975E38E644F}" dt="2026-04-27T07:22:38.596" v="1063" actId="255"/>
          <ac:spMkLst>
            <pc:docMk/>
            <pc:sldMk cId="1860904218" sldId="265"/>
            <ac:spMk id="2" creationId="{FB649010-4E90-33FC-388D-5B6C91AE0099}"/>
          </ac:spMkLst>
        </pc:spChg>
        <pc:spChg chg="del">
          <ac:chgData name="Bhoomika Chourey" userId="6a647bb81ea0ddee" providerId="LiveId" clId="{7522853C-C19E-4440-8230-9975E38E644F}" dt="2026-04-26T16:33:35.870" v="227"/>
          <ac:spMkLst>
            <pc:docMk/>
            <pc:sldMk cId="1860904218" sldId="265"/>
            <ac:spMk id="3" creationId="{AF48AD1C-03A4-E375-0275-E75F5F6FFA2E}"/>
          </ac:spMkLst>
        </pc:spChg>
        <pc:spChg chg="add mod">
          <ac:chgData name="Bhoomika Chourey" userId="6a647bb81ea0ddee" providerId="LiveId" clId="{7522853C-C19E-4440-8230-9975E38E644F}" dt="2026-04-27T07:17:00.850" v="1028" actId="120"/>
          <ac:spMkLst>
            <pc:docMk/>
            <pc:sldMk cId="1860904218" sldId="265"/>
            <ac:spMk id="4" creationId="{A4583D0A-B83B-DBE8-DD47-1B65FDB3D14B}"/>
          </ac:spMkLst>
        </pc:spChg>
        <pc:picChg chg="add del mod modCrop">
          <ac:chgData name="Bhoomika Chourey" userId="6a647bb81ea0ddee" providerId="LiveId" clId="{7522853C-C19E-4440-8230-9975E38E644F}" dt="2026-04-26T18:14:11.738" v="718" actId="21"/>
          <ac:picMkLst>
            <pc:docMk/>
            <pc:sldMk cId="1860904218" sldId="265"/>
            <ac:picMk id="6" creationId="{8AF1DD82-2935-C933-6B72-B3E514642E63}"/>
          </ac:picMkLst>
        </pc:picChg>
        <pc:picChg chg="add del mod modCrop">
          <ac:chgData name="Bhoomika Chourey" userId="6a647bb81ea0ddee" providerId="LiveId" clId="{7522853C-C19E-4440-8230-9975E38E644F}" dt="2026-04-26T18:18:44.627" v="745" actId="21"/>
          <ac:picMkLst>
            <pc:docMk/>
            <pc:sldMk cId="1860904218" sldId="265"/>
            <ac:picMk id="8" creationId="{7E5DA89A-5F64-1B4B-13A0-A49A6E64474C}"/>
          </ac:picMkLst>
        </pc:picChg>
        <pc:picChg chg="add mod modCrop">
          <ac:chgData name="Bhoomika Chourey" userId="6a647bb81ea0ddee" providerId="LiveId" clId="{7522853C-C19E-4440-8230-9975E38E644F}" dt="2026-04-27T07:16:04.101" v="1011" actId="207"/>
          <ac:picMkLst>
            <pc:docMk/>
            <pc:sldMk cId="1860904218" sldId="265"/>
            <ac:picMk id="10" creationId="{6E550DCF-7880-2288-3219-8AF577600EE0}"/>
          </ac:picMkLst>
        </pc:picChg>
      </pc:sldChg>
      <pc:sldChg chg="addSp delSp modSp new mod modTransition modAnim">
        <pc:chgData name="Bhoomika Chourey" userId="6a647bb81ea0ddee" providerId="LiveId" clId="{7522853C-C19E-4440-8230-9975E38E644F}" dt="2026-04-27T07:52:42.241" v="1087"/>
        <pc:sldMkLst>
          <pc:docMk/>
          <pc:sldMk cId="1148325549" sldId="266"/>
        </pc:sldMkLst>
        <pc:spChg chg="mod">
          <ac:chgData name="Bhoomika Chourey" userId="6a647bb81ea0ddee" providerId="LiveId" clId="{7522853C-C19E-4440-8230-9975E38E644F}" dt="2026-04-27T07:22:29.299" v="1062" actId="255"/>
          <ac:spMkLst>
            <pc:docMk/>
            <pc:sldMk cId="1148325549" sldId="266"/>
            <ac:spMk id="2" creationId="{A9EE8767-08EA-0B29-FDA5-F7CFAC28047F}"/>
          </ac:spMkLst>
        </pc:spChg>
        <pc:spChg chg="del">
          <ac:chgData name="Bhoomika Chourey" userId="6a647bb81ea0ddee" providerId="LiveId" clId="{7522853C-C19E-4440-8230-9975E38E644F}" dt="2026-04-26T16:34:44.711" v="244"/>
          <ac:spMkLst>
            <pc:docMk/>
            <pc:sldMk cId="1148325549" sldId="266"/>
            <ac:spMk id="3" creationId="{F82194FD-9C48-CF4C-D556-93803E92BA3F}"/>
          </ac:spMkLst>
        </pc:spChg>
        <pc:spChg chg="add mod">
          <ac:chgData name="Bhoomika Chourey" userId="6a647bb81ea0ddee" providerId="LiveId" clId="{7522853C-C19E-4440-8230-9975E38E644F}" dt="2026-04-27T07:17:34.797" v="1038" actId="20577"/>
          <ac:spMkLst>
            <pc:docMk/>
            <pc:sldMk cId="1148325549" sldId="266"/>
            <ac:spMk id="4" creationId="{5C83E50A-D0C2-B14A-2567-9773F28EB9C6}"/>
          </ac:spMkLst>
        </pc:spChg>
        <pc:picChg chg="add mod modCrop">
          <ac:chgData name="Bhoomika Chourey" userId="6a647bb81ea0ddee" providerId="LiveId" clId="{7522853C-C19E-4440-8230-9975E38E644F}" dt="2026-04-27T07:17:13.670" v="1030" actId="207"/>
          <ac:picMkLst>
            <pc:docMk/>
            <pc:sldMk cId="1148325549" sldId="266"/>
            <ac:picMk id="6" creationId="{8C995B6E-DC35-AB19-22DB-520AFADFE5E5}"/>
          </ac:picMkLst>
        </pc:picChg>
      </pc:sldChg>
      <pc:sldChg chg="addSp delSp modSp new mod modTransition modAnim">
        <pc:chgData name="Bhoomika Chourey" userId="6a647bb81ea0ddee" providerId="LiveId" clId="{7522853C-C19E-4440-8230-9975E38E644F}" dt="2026-04-27T07:52:42.241" v="1087"/>
        <pc:sldMkLst>
          <pc:docMk/>
          <pc:sldMk cId="955137709" sldId="267"/>
        </pc:sldMkLst>
        <pc:spChg chg="mod">
          <ac:chgData name="Bhoomika Chourey" userId="6a647bb81ea0ddee" providerId="LiveId" clId="{7522853C-C19E-4440-8230-9975E38E644F}" dt="2026-04-27T07:22:14.057" v="1061" actId="255"/>
          <ac:spMkLst>
            <pc:docMk/>
            <pc:sldMk cId="955137709" sldId="267"/>
            <ac:spMk id="2" creationId="{EF5B44EC-E81F-B7EB-B961-1C8761DCA83C}"/>
          </ac:spMkLst>
        </pc:spChg>
        <pc:spChg chg="del">
          <ac:chgData name="Bhoomika Chourey" userId="6a647bb81ea0ddee" providerId="LiveId" clId="{7522853C-C19E-4440-8230-9975E38E644F}" dt="2026-04-26T16:36:39.330" v="264"/>
          <ac:spMkLst>
            <pc:docMk/>
            <pc:sldMk cId="955137709" sldId="267"/>
            <ac:spMk id="3" creationId="{BA048D3A-F206-48E4-2FB0-A57E8CD52A9F}"/>
          </ac:spMkLst>
        </pc:spChg>
        <pc:spChg chg="add mod">
          <ac:chgData name="Bhoomika Chourey" userId="6a647bb81ea0ddee" providerId="LiveId" clId="{7522853C-C19E-4440-8230-9975E38E644F}" dt="2026-04-27T07:19:00.568" v="1047" actId="20577"/>
          <ac:spMkLst>
            <pc:docMk/>
            <pc:sldMk cId="955137709" sldId="267"/>
            <ac:spMk id="4" creationId="{2CCCE63F-AE89-E3CD-05FB-F09FB0CE609D}"/>
          </ac:spMkLst>
        </pc:spChg>
        <pc:picChg chg="add mod modCrop">
          <ac:chgData name="Bhoomika Chourey" userId="6a647bb81ea0ddee" providerId="LiveId" clId="{7522853C-C19E-4440-8230-9975E38E644F}" dt="2026-04-27T07:17:53.658" v="1040" actId="207"/>
          <ac:picMkLst>
            <pc:docMk/>
            <pc:sldMk cId="955137709" sldId="267"/>
            <ac:picMk id="6" creationId="{7AFA8CC0-9B53-C123-6F6F-165D73D0D4D7}"/>
          </ac:picMkLst>
        </pc:picChg>
        <pc:picChg chg="add mod modCrop">
          <ac:chgData name="Bhoomika Chourey" userId="6a647bb81ea0ddee" providerId="LiveId" clId="{7522853C-C19E-4440-8230-9975E38E644F}" dt="2026-04-27T07:17:53.658" v="1040" actId="207"/>
          <ac:picMkLst>
            <pc:docMk/>
            <pc:sldMk cId="955137709" sldId="267"/>
            <ac:picMk id="8" creationId="{C0219A46-8F23-1A55-C95D-9F8F576ED858}"/>
          </ac:picMkLst>
        </pc:picChg>
      </pc:sldChg>
      <pc:sldChg chg="modSp new mod modTransition modAnim">
        <pc:chgData name="Bhoomika Chourey" userId="6a647bb81ea0ddee" providerId="LiveId" clId="{7522853C-C19E-4440-8230-9975E38E644F}" dt="2026-04-27T07:52:42.241" v="1087"/>
        <pc:sldMkLst>
          <pc:docMk/>
          <pc:sldMk cId="3799450101" sldId="268"/>
        </pc:sldMkLst>
        <pc:spChg chg="mod">
          <ac:chgData name="Bhoomika Chourey" userId="6a647bb81ea0ddee" providerId="LiveId" clId="{7522853C-C19E-4440-8230-9975E38E644F}" dt="2026-04-27T07:19:54.390" v="1050" actId="255"/>
          <ac:spMkLst>
            <pc:docMk/>
            <pc:sldMk cId="3799450101" sldId="268"/>
            <ac:spMk id="2" creationId="{10FDB937-CBCA-52FA-6BBD-B051D2B8D01C}"/>
          </ac:spMkLst>
        </pc:spChg>
        <pc:spChg chg="mod">
          <ac:chgData name="Bhoomika Chourey" userId="6a647bb81ea0ddee" providerId="LiveId" clId="{7522853C-C19E-4440-8230-9975E38E644F}" dt="2026-04-27T07:19:21.132" v="1049" actId="207"/>
          <ac:spMkLst>
            <pc:docMk/>
            <pc:sldMk cId="3799450101" sldId="268"/>
            <ac:spMk id="3" creationId="{17FA9FAC-E69A-D699-A433-709BCF181805}"/>
          </ac:spMkLst>
        </pc:spChg>
      </pc:sldChg>
      <pc:sldChg chg="modSp new mod modTransition modAnim">
        <pc:chgData name="Bhoomika Chourey" userId="6a647bb81ea0ddee" providerId="LiveId" clId="{7522853C-C19E-4440-8230-9975E38E644F}" dt="2026-04-27T07:52:42.241" v="1087"/>
        <pc:sldMkLst>
          <pc:docMk/>
          <pc:sldMk cId="3823376038" sldId="269"/>
        </pc:sldMkLst>
        <pc:spChg chg="mod">
          <ac:chgData name="Bhoomika Chourey" userId="6a647bb81ea0ddee" providerId="LiveId" clId="{7522853C-C19E-4440-8230-9975E38E644F}" dt="2026-04-27T07:20:22.481" v="1053" actId="255"/>
          <ac:spMkLst>
            <pc:docMk/>
            <pc:sldMk cId="3823376038" sldId="269"/>
            <ac:spMk id="2" creationId="{492F8714-21CB-A5B2-F395-D3E38AFA52A5}"/>
          </ac:spMkLst>
        </pc:spChg>
        <pc:spChg chg="mod">
          <ac:chgData name="Bhoomika Chourey" userId="6a647bb81ea0ddee" providerId="LiveId" clId="{7522853C-C19E-4440-8230-9975E38E644F}" dt="2026-04-27T07:20:12.466" v="1052" actId="207"/>
          <ac:spMkLst>
            <pc:docMk/>
            <pc:sldMk cId="3823376038" sldId="269"/>
            <ac:spMk id="3" creationId="{50D919D8-97B5-B427-BC21-A42A73CC9381}"/>
          </ac:spMkLst>
        </pc:spChg>
      </pc:sldChg>
      <pc:sldChg chg="delSp modSp new mod modTransition modAnim">
        <pc:chgData name="Bhoomika Chourey" userId="6a647bb81ea0ddee" providerId="LiveId" clId="{7522853C-C19E-4440-8230-9975E38E644F}" dt="2026-04-27T07:52:42.241" v="1087"/>
        <pc:sldMkLst>
          <pc:docMk/>
          <pc:sldMk cId="2764810932" sldId="270"/>
        </pc:sldMkLst>
        <pc:spChg chg="mod">
          <ac:chgData name="Bhoomika Chourey" userId="6a647bb81ea0ddee" providerId="LiveId" clId="{7522853C-C19E-4440-8230-9975E38E644F}" dt="2026-04-27T07:23:53.549" v="1068" actId="255"/>
          <ac:spMkLst>
            <pc:docMk/>
            <pc:sldMk cId="2764810932" sldId="270"/>
            <ac:spMk id="2" creationId="{B179D78D-DC02-7B4E-88CA-B46363805AA8}"/>
          </ac:spMkLst>
        </pc:spChg>
        <pc:spChg chg="del">
          <ac:chgData name="Bhoomika Chourey" userId="6a647bb81ea0ddee" providerId="LiveId" clId="{7522853C-C19E-4440-8230-9975E38E644F}" dt="2026-04-26T16:39:32.880" v="295" actId="21"/>
          <ac:spMkLst>
            <pc:docMk/>
            <pc:sldMk cId="2764810932" sldId="270"/>
            <ac:spMk id="3" creationId="{E367B91A-609C-7D27-C1B1-C7A53EDACE21}"/>
          </ac:spMkLst>
        </pc:spChg>
      </pc:sldChg>
      <pc:sldMasterChg chg="modTransition modSldLayout">
        <pc:chgData name="Bhoomika Chourey" userId="6a647bb81ea0ddee" providerId="LiveId" clId="{7522853C-C19E-4440-8230-9975E38E644F}" dt="2026-04-27T07:52:42.241" v="1087"/>
        <pc:sldMasterMkLst>
          <pc:docMk/>
          <pc:sldMasterMk cId="234369989" sldId="2147483648"/>
        </pc:sldMasterMkLst>
        <pc:sldLayoutChg chg="modTransition">
          <pc:chgData name="Bhoomika Chourey" userId="6a647bb81ea0ddee" providerId="LiveId" clId="{7522853C-C19E-4440-8230-9975E38E644F}" dt="2026-04-27T07:52:42.241" v="1087"/>
          <pc:sldLayoutMkLst>
            <pc:docMk/>
            <pc:sldMasterMk cId="234369989" sldId="2147483648"/>
            <pc:sldLayoutMk cId="916516405" sldId="2147483649"/>
          </pc:sldLayoutMkLst>
        </pc:sldLayoutChg>
        <pc:sldLayoutChg chg="modTransition">
          <pc:chgData name="Bhoomika Chourey" userId="6a647bb81ea0ddee" providerId="LiveId" clId="{7522853C-C19E-4440-8230-9975E38E644F}" dt="2026-04-27T07:52:42.241" v="1087"/>
          <pc:sldLayoutMkLst>
            <pc:docMk/>
            <pc:sldMasterMk cId="234369989" sldId="2147483648"/>
            <pc:sldLayoutMk cId="2923947632" sldId="2147483650"/>
          </pc:sldLayoutMkLst>
        </pc:sldLayoutChg>
        <pc:sldLayoutChg chg="modTransition">
          <pc:chgData name="Bhoomika Chourey" userId="6a647bb81ea0ddee" providerId="LiveId" clId="{7522853C-C19E-4440-8230-9975E38E644F}" dt="2026-04-27T07:52:42.241" v="1087"/>
          <pc:sldLayoutMkLst>
            <pc:docMk/>
            <pc:sldMasterMk cId="234369989" sldId="2147483648"/>
            <pc:sldLayoutMk cId="244455550" sldId="2147483651"/>
          </pc:sldLayoutMkLst>
        </pc:sldLayoutChg>
        <pc:sldLayoutChg chg="modTransition">
          <pc:chgData name="Bhoomika Chourey" userId="6a647bb81ea0ddee" providerId="LiveId" clId="{7522853C-C19E-4440-8230-9975E38E644F}" dt="2026-04-27T07:52:42.241" v="1087"/>
          <pc:sldLayoutMkLst>
            <pc:docMk/>
            <pc:sldMasterMk cId="234369989" sldId="2147483648"/>
            <pc:sldLayoutMk cId="2881693524" sldId="2147483652"/>
          </pc:sldLayoutMkLst>
        </pc:sldLayoutChg>
        <pc:sldLayoutChg chg="modTransition">
          <pc:chgData name="Bhoomika Chourey" userId="6a647bb81ea0ddee" providerId="LiveId" clId="{7522853C-C19E-4440-8230-9975E38E644F}" dt="2026-04-27T07:52:42.241" v="1087"/>
          <pc:sldLayoutMkLst>
            <pc:docMk/>
            <pc:sldMasterMk cId="234369989" sldId="2147483648"/>
            <pc:sldLayoutMk cId="2363643300" sldId="2147483653"/>
          </pc:sldLayoutMkLst>
        </pc:sldLayoutChg>
        <pc:sldLayoutChg chg="modTransition">
          <pc:chgData name="Bhoomika Chourey" userId="6a647bb81ea0ddee" providerId="LiveId" clId="{7522853C-C19E-4440-8230-9975E38E644F}" dt="2026-04-27T07:52:42.241" v="1087"/>
          <pc:sldLayoutMkLst>
            <pc:docMk/>
            <pc:sldMasterMk cId="234369989" sldId="2147483648"/>
            <pc:sldLayoutMk cId="2119194201" sldId="2147483654"/>
          </pc:sldLayoutMkLst>
        </pc:sldLayoutChg>
        <pc:sldLayoutChg chg="modTransition">
          <pc:chgData name="Bhoomika Chourey" userId="6a647bb81ea0ddee" providerId="LiveId" clId="{7522853C-C19E-4440-8230-9975E38E644F}" dt="2026-04-27T07:52:42.241" v="1087"/>
          <pc:sldLayoutMkLst>
            <pc:docMk/>
            <pc:sldMasterMk cId="234369989" sldId="2147483648"/>
            <pc:sldLayoutMk cId="2112444871" sldId="2147483655"/>
          </pc:sldLayoutMkLst>
        </pc:sldLayoutChg>
        <pc:sldLayoutChg chg="modTransition">
          <pc:chgData name="Bhoomika Chourey" userId="6a647bb81ea0ddee" providerId="LiveId" clId="{7522853C-C19E-4440-8230-9975E38E644F}" dt="2026-04-27T07:52:42.241" v="1087"/>
          <pc:sldLayoutMkLst>
            <pc:docMk/>
            <pc:sldMasterMk cId="234369989" sldId="2147483648"/>
            <pc:sldLayoutMk cId="2891059618" sldId="2147483656"/>
          </pc:sldLayoutMkLst>
        </pc:sldLayoutChg>
        <pc:sldLayoutChg chg="modTransition">
          <pc:chgData name="Bhoomika Chourey" userId="6a647bb81ea0ddee" providerId="LiveId" clId="{7522853C-C19E-4440-8230-9975E38E644F}" dt="2026-04-27T07:52:42.241" v="1087"/>
          <pc:sldLayoutMkLst>
            <pc:docMk/>
            <pc:sldMasterMk cId="234369989" sldId="2147483648"/>
            <pc:sldLayoutMk cId="2562135628" sldId="2147483657"/>
          </pc:sldLayoutMkLst>
        </pc:sldLayoutChg>
        <pc:sldLayoutChg chg="modTransition">
          <pc:chgData name="Bhoomika Chourey" userId="6a647bb81ea0ddee" providerId="LiveId" clId="{7522853C-C19E-4440-8230-9975E38E644F}" dt="2026-04-27T07:52:42.241" v="1087"/>
          <pc:sldLayoutMkLst>
            <pc:docMk/>
            <pc:sldMasterMk cId="234369989" sldId="2147483648"/>
            <pc:sldLayoutMk cId="849140144" sldId="2147483658"/>
          </pc:sldLayoutMkLst>
        </pc:sldLayoutChg>
        <pc:sldLayoutChg chg="modTransition">
          <pc:chgData name="Bhoomika Chourey" userId="6a647bb81ea0ddee" providerId="LiveId" clId="{7522853C-C19E-4440-8230-9975E38E644F}" dt="2026-04-27T07:52:42.241" v="1087"/>
          <pc:sldLayoutMkLst>
            <pc:docMk/>
            <pc:sldMasterMk cId="234369989" sldId="2147483648"/>
            <pc:sldLayoutMk cId="419796789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840DBD-ACE7-47F8-9B9E-34D3EF9400F4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A26686-16FD-4A57-B3B5-BB0369CCC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17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A26686-16FD-4A57-B3B5-BB0369CCCB0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168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A26686-16FD-4A57-B3B5-BB0369CCCB0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359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A26686-16FD-4A57-B3B5-BB0369CCCB0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005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A26686-16FD-4A57-B3B5-BB0369CCCB0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5049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A26686-16FD-4A57-B3B5-BB0369CCCB0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411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E2227-0A35-181B-D29D-A142CD1CEA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6EC001-AEC0-852F-7ED5-51701CA9ED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130DD-E201-3A25-4E67-063FE9502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BC08-9D6B-475C-8BF9-82117FC43E8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43882-DAB6-29FF-3E65-769804231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ECE01-FC44-E8D2-0EA8-7FB88CDF0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0DFD7-E0EC-4126-BF61-C6E791372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516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6ECCC-B65D-997F-724C-50D3249E3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E79E4-A499-A57A-83D3-D3BC3832A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88F76-2479-C7AF-D4D8-3243D095D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BC08-9D6B-475C-8BF9-82117FC43E8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75B92-7C62-30C0-42CD-4565C18F2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D911A-1015-33E8-A7EF-83E082D70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0DFD7-E0EC-4126-BF61-C6E791372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947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E6956-0EBF-F3EA-2F01-062B41F44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97529-CC6B-8162-0E17-E543AAD55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28E0B-D703-A5E4-04F0-51A301455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BC08-9D6B-475C-8BF9-82117FC43E8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A6AB1-F4FD-8D00-1CD4-0E7BA76A8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28918-DB42-B5E4-97A1-07FB5CF90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0DFD7-E0EC-4126-BF61-C6E791372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55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CB47D-D03C-EAD5-BFBC-99D192269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78683-9045-22D7-D3A0-B09939014F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BC63B2-DA22-8C49-5DFC-5D21B12568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C3956B-3095-38A0-38F2-7BF499059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BC08-9D6B-475C-8BF9-82117FC43E8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535FB-1FE8-8138-2A23-FF0826A22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4F483-AB75-CDD3-7431-9E4F659A7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0DFD7-E0EC-4126-BF61-C6E791372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693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A9D93-F7BB-03CA-CB14-076609BF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3FE9CF-F59A-2AEB-B65D-E648C0923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E4810F-233D-7DB5-2A9E-EA0B63331C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6AA8E8-5295-F1D6-2153-DCBDC8677B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34756F-BDB2-353B-8A78-B83CFEC4BF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B763C5-4E4C-B6F4-1607-C1C7A6135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BC08-9D6B-475C-8BF9-82117FC43E8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7B08C4-5CEF-8439-3D93-1A2697144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D8FEA5-894E-6D2C-E00A-7EEF16C0B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0DFD7-E0EC-4126-BF61-C6E791372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643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4B134-B5F7-3537-E3F7-D4C458CD8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068320-29C0-5ADF-39A4-FE3F21192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BC08-9D6B-475C-8BF9-82117FC43E8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B3E156-A02A-BCD8-A718-0C298AE97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9928A-9EC6-AF1B-17A2-385A31F7C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0DFD7-E0EC-4126-BF61-C6E791372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194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1F0FAF-C88A-81D8-D41E-277D829F1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BC08-9D6B-475C-8BF9-82117FC43E8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7E4D2E-B66E-0B88-69E3-CE8209E93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2318C-CF23-3DC6-163E-389DC0929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0DFD7-E0EC-4126-BF61-C6E791372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444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35185-CB38-BF19-B669-AB2153139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ECC62-78C6-0602-0AEA-7BC404457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6981B-8CA3-D8C3-97F6-D5DDBE86D6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3A3EA-55B3-C7D8-9FCA-0F57CBFFD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BC08-9D6B-475C-8BF9-82117FC43E8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A12DB-1EBA-16A3-7205-27B33CE46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F28979-E6A1-4BDC-6691-8F798BA35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0DFD7-E0EC-4126-BF61-C6E791372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059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3051F-4CCA-D0B1-11DE-02CE15238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0DC329-817C-2242-94B3-3F2B5E2669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B85C7-C432-2F01-0E1B-90F99714B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D149E-0CB1-9A22-36D6-39BCE6B18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BC08-9D6B-475C-8BF9-82117FC43E8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F6BE0-8B38-B1A7-3777-6282BA462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503D1-3129-7F12-984E-9FB177452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0DFD7-E0EC-4126-BF61-C6E791372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135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6FB2B-D18A-BC7F-F7A6-FA8A3A10F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F4A98C-B33B-4E39-7ED8-342E1D08C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1FC42-2993-17E6-3DF3-2D0ABA6B3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BC08-9D6B-475C-8BF9-82117FC43E8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9229C-BE7B-0E21-22F8-DB183DE8C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30B0D-7E63-D305-0F8F-0031D181F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0DFD7-E0EC-4126-BF61-C6E791372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140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A83557-B212-5630-65A3-6444387C2B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B2A941-34C0-CB7D-0399-95F42D8DEA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063D7-2B40-2F1F-000F-B982D8AAB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BC08-9D6B-475C-8BF9-82117FC43E8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38BE2-45CB-1A01-ABF3-B87EAA9E3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460A5-F674-CACE-A187-76220FE7E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0DFD7-E0EC-4126-BF61-C6E791372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9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E50C49-FF66-289B-DF4F-C3D40EF92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E5D51F-932A-BAC3-D708-1FD5E4B00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EA91B-00A5-609C-C2A7-5AAE55AFE2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87BC08-9D6B-475C-8BF9-82117FC43E8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1A89C-8BF8-052F-D217-7B306AA6F0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F9265-917D-20A7-38E7-596C648A4A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00DFD7-E0EC-4126-BF61-C6E791372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69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66D15-28B4-1496-A206-422DB2FB99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solidFill>
                  <a:schemeClr val="bg2"/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HOTEL BOOKING OVERVIEW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159360-97FF-5854-33BF-8B677CC0BB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lvl="1"/>
            <a:r>
              <a:rPr lang="en-IN" i="1" dirty="0">
                <a:solidFill>
                  <a:schemeClr val="bg2"/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Created by Bhoomika Chourey</a:t>
            </a:r>
          </a:p>
        </p:txBody>
      </p:sp>
    </p:spTree>
    <p:extLst>
      <p:ext uri="{BB962C8B-B14F-4D97-AF65-F5344CB8AC3E}">
        <p14:creationId xmlns:p14="http://schemas.microsoft.com/office/powerpoint/2010/main" val="521722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3DAF5-E91C-B09C-0D29-F2F803039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solidFill>
                  <a:schemeClr val="bg1"/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A9784C8-3E32-9BF6-05AC-13B4051B5D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67897" y="2333348"/>
            <a:ext cx="8593394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 This dashboard shows hotel booking data.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 It helps to understand booking patterns.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 It gives quick overview of performance.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 Useful for decision making.</a:t>
            </a:r>
          </a:p>
        </p:txBody>
      </p:sp>
    </p:spTree>
    <p:extLst>
      <p:ext uri="{BB962C8B-B14F-4D97-AF65-F5344CB8AC3E}">
        <p14:creationId xmlns:p14="http://schemas.microsoft.com/office/powerpoint/2010/main" val="2907528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F2F4-2208-ED03-0BC8-BE8F5866C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solidFill>
                  <a:schemeClr val="bg1"/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Objective of Dashboard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7EF8F8-921B-D2AF-B1EA-04CC1C87F1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15380" y="2109292"/>
            <a:ext cx="6961239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 To track total bookings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 To analyze booking status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 To check advisor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 To understand payment behavior </a:t>
            </a:r>
          </a:p>
        </p:txBody>
      </p:sp>
    </p:spTree>
    <p:extLst>
      <p:ext uri="{BB962C8B-B14F-4D97-AF65-F5344CB8AC3E}">
        <p14:creationId xmlns:p14="http://schemas.microsoft.com/office/powerpoint/2010/main" val="2935484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1703A-E36A-02E1-41B6-289DD3323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Details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962546-D50A-BAF4-47E2-BF0F62F4B5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13934" y="1563869"/>
            <a:ext cx="7177549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includes hotel bookings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Columns used: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Booking ID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Advisor Email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Hotel ID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Booking Status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Payment Type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is used for analysis in Power BI </a:t>
            </a:r>
          </a:p>
        </p:txBody>
      </p:sp>
    </p:spTree>
    <p:extLst>
      <p:ext uri="{BB962C8B-B14F-4D97-AF65-F5344CB8AC3E}">
        <p14:creationId xmlns:p14="http://schemas.microsoft.com/office/powerpoint/2010/main" val="3372522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C427BE81-F5EB-64C1-79E0-7693518946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34" t="14189" r="14014" b="12838"/>
          <a:stretch>
            <a:fillRect/>
          </a:stretch>
        </p:blipFill>
        <p:spPr>
          <a:xfrm>
            <a:off x="0" y="0"/>
            <a:ext cx="12192000" cy="6930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735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14FAD-2E09-3A7C-3FAB-E549917A2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Metrics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8AEB2D-AFF1-5D84-98ED-130BE58AC8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4228" r="39930" b="78073"/>
          <a:stretch>
            <a:fillRect/>
          </a:stretch>
        </p:blipFill>
        <p:spPr>
          <a:xfrm>
            <a:off x="646779" y="2467598"/>
            <a:ext cx="2868562" cy="13777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593FA3-054F-7469-8AD2-2BD531CE51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02" t="13595" r="27751" b="78517"/>
          <a:stretch>
            <a:fillRect/>
          </a:stretch>
        </p:blipFill>
        <p:spPr>
          <a:xfrm>
            <a:off x="4263455" y="2467599"/>
            <a:ext cx="2976828" cy="13777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52323C-9B7F-C8A6-2636-98EE43702D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22" t="23801" r="75807" b="68027"/>
          <a:stretch>
            <a:fillRect/>
          </a:stretch>
        </p:blipFill>
        <p:spPr>
          <a:xfrm>
            <a:off x="418808" y="4666077"/>
            <a:ext cx="3130634" cy="14355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13AE48-C2B2-B4C2-416E-F82F5F7D23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00" t="24085" r="59277" b="67599"/>
          <a:stretch>
            <a:fillRect/>
          </a:stretch>
        </p:blipFill>
        <p:spPr>
          <a:xfrm>
            <a:off x="7988397" y="4675909"/>
            <a:ext cx="2954905" cy="14355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AFCFECD-0777-77C7-1102-2C062138BE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71" t="24261" r="43521" b="68201"/>
          <a:stretch>
            <a:fillRect/>
          </a:stretch>
        </p:blipFill>
        <p:spPr>
          <a:xfrm>
            <a:off x="4404850" y="4666077"/>
            <a:ext cx="2728138" cy="14355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43ACCA7-10D8-B70B-AD9C-A13070643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48" t="23836" r="27687" b="68675"/>
          <a:stretch>
            <a:fillRect/>
          </a:stretch>
        </p:blipFill>
        <p:spPr>
          <a:xfrm>
            <a:off x="7988397" y="2494929"/>
            <a:ext cx="2991097" cy="136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189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C928A-049F-94D8-EBDE-38FD836C5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4A3F1-3E42-FA60-1AE5-219B993A5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8" y="1799303"/>
            <a:ext cx="6843252" cy="435799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 total bookings by each advisor </a:t>
            </a:r>
          </a:p>
          <a:p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top performers </a:t>
            </a:r>
          </a:p>
          <a:p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vinita1 has average highest bookings </a:t>
            </a:r>
          </a:p>
          <a:p>
            <a:pPr lvl="1"/>
            <a:endParaRPr lang="en-US" sz="2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Useful for performance tracking </a:t>
            </a:r>
          </a:p>
          <a:p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ECC587-CF67-7E39-A748-1A3282983E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33630" r="59917" b="36295"/>
          <a:stretch>
            <a:fillRect/>
          </a:stretch>
        </p:blipFill>
        <p:spPr>
          <a:xfrm>
            <a:off x="6591276" y="2133600"/>
            <a:ext cx="5367483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643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EDADB-09C3-A0D9-5610-54604C69E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Booking Status Distribution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FFE2561-17FA-5135-7BEA-C175640A58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62193"/>
            <a:ext cx="4274574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Shows booking types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Cancelled Booking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Checked-In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Checked-Out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Confirmed Booking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No Show Booking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Helps understand booking       behavior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A3D0D1-DAFC-C295-508C-FECD0E526D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87" t="33549" r="24920" b="37204"/>
          <a:stretch>
            <a:fillRect/>
          </a:stretch>
        </p:blipFill>
        <p:spPr>
          <a:xfrm>
            <a:off x="6096000" y="2054507"/>
            <a:ext cx="5769220" cy="389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676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2861F-477C-FA86-62AD-A2E826F3D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E3799D-A67A-FA2D-10BD-147945276C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7253" y="2107991"/>
            <a:ext cx="5348748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Prepaid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Postpaid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Majority bookings are Postpaid.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Useful for financial insights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3CD60C-45A2-1126-56E3-72C5D48034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4" t="65090" r="62097" b="13811"/>
          <a:stretch>
            <a:fillRect/>
          </a:stretch>
        </p:blipFill>
        <p:spPr>
          <a:xfrm>
            <a:off x="6624484" y="2107991"/>
            <a:ext cx="4955458" cy="366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574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49010-4E90-33FC-388D-5B6C91AE0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Booking Status Percentage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583D0A-B83B-DBE8-DD47-1B65FDB3D1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4634" y="2589299"/>
            <a:ext cx="595835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Shows percentage of each booking </a:t>
            </a:r>
            <a:r>
              <a:rPr lang="en-US" alt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Easy to compare data visually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Helps in quick understanding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550DCF-7880-2288-3219-8AF577600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33" t="65186" r="34500" b="12888"/>
          <a:stretch>
            <a:fillRect/>
          </a:stretch>
        </p:blipFill>
        <p:spPr>
          <a:xfrm>
            <a:off x="6492239" y="2499360"/>
            <a:ext cx="5131143" cy="28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904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E8767-08EA-0B29-FDA5-F7CFAC280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Bookings per Hotel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83E50A-D0C2-B14A-2567-9773F28EB9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884" y="2326474"/>
            <a:ext cx="4888963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Shows bookings by hotel ID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Helps identify: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High performing hotels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Low performing hotels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995B6E-DC35-AB19-22DB-520AFADFE5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14" t="65527" r="13928" b="13691"/>
          <a:stretch>
            <a:fillRect/>
          </a:stretch>
        </p:blipFill>
        <p:spPr>
          <a:xfrm>
            <a:off x="5717331" y="2326474"/>
            <a:ext cx="6058149" cy="363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325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B44EC-E81F-B7EB-B961-1C8761DCA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Filters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CCCE63F-AE89-E3CD-05FB-F09FB0CE60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2093081"/>
            <a:ext cx="4520381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Advisor’s Email filter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Hotel’s ID filter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Helps user to: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View specific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Customize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FA8CC0-9B53-C123-6F6F-165D73D0D4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10" t="33118" r="14026" b="36201"/>
          <a:stretch>
            <a:fillRect/>
          </a:stretch>
        </p:blipFill>
        <p:spPr>
          <a:xfrm>
            <a:off x="6197995" y="2005781"/>
            <a:ext cx="2273737" cy="41906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219A46-8F23-1A55-C95D-9F8F576ED8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22" t="66093" r="80806" b="13265"/>
          <a:stretch>
            <a:fillRect/>
          </a:stretch>
        </p:blipFill>
        <p:spPr>
          <a:xfrm>
            <a:off x="9461078" y="2332307"/>
            <a:ext cx="1981212" cy="3610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137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DB937-CBCA-52FA-6BBD-B051D2B8D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A9FAC-E69A-D699-A433-709BCF181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6240" y="1960880"/>
            <a:ext cx="8417560" cy="4216083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bookings are confirmed.</a:t>
            </a:r>
          </a:p>
          <a:p>
            <a:pPr marL="0" indent="0">
              <a:buNone/>
            </a:pP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bookings are cancelled.</a:t>
            </a:r>
          </a:p>
          <a:p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Few bookings are no-show.</a:t>
            </a:r>
          </a:p>
          <a:p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Advisor’s performance varies.</a:t>
            </a:r>
          </a:p>
          <a:p>
            <a:pPr marL="0" indent="0">
              <a:buNone/>
            </a:pP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Majority payments are not prepaid.</a:t>
            </a:r>
          </a:p>
          <a:p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450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F8714-21CB-A5B2-F395-D3E38AFA5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919D8-97B5-B427-BC21-A42A73CC9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9413" y="2268077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gives clear overview.</a:t>
            </a:r>
          </a:p>
          <a:p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in quick decision making.</a:t>
            </a:r>
          </a:p>
          <a:p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performance tracking.</a:t>
            </a:r>
          </a:p>
          <a:p>
            <a:pPr marL="0" indent="0">
              <a:buNone/>
            </a:pP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Useful for business analysis. </a:t>
            </a:r>
          </a:p>
          <a:p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376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9D78D-DC02-7B4E-88CA-B46363805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908" y="2231922"/>
            <a:ext cx="7285703" cy="1848465"/>
          </a:xfrm>
        </p:spPr>
        <p:txBody>
          <a:bodyPr>
            <a:normAutofit/>
          </a:bodyPr>
          <a:lstStyle/>
          <a:p>
            <a:pPr algn="ctr"/>
            <a:r>
              <a:rPr lang="en-IN" sz="96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64810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292</Words>
  <Application>Microsoft Office PowerPoint</Application>
  <PresentationFormat>Widescreen</PresentationFormat>
  <Paragraphs>108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Office Theme</vt:lpstr>
      <vt:lpstr>HOTEL BOOKING OVERVIEW DASHBOARD</vt:lpstr>
      <vt:lpstr>Introduction</vt:lpstr>
      <vt:lpstr>Objective of Dashboard</vt:lpstr>
      <vt:lpstr>Dataset Details</vt:lpstr>
      <vt:lpstr>PowerPoint Presentation</vt:lpstr>
      <vt:lpstr>Key Metrics</vt:lpstr>
      <vt:lpstr>Advisor Performance</vt:lpstr>
      <vt:lpstr>Booking Status Distribution</vt:lpstr>
      <vt:lpstr>Payment Analysis</vt:lpstr>
      <vt:lpstr>Booking Status Percentage</vt:lpstr>
      <vt:lpstr>Total Bookings per Hotel</vt:lpstr>
      <vt:lpstr>Filters Used</vt:lpstr>
      <vt:lpstr>Key Insights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Bhoomika Chourey</dc:creator>
  <cp:lastModifiedBy>Bhoomika Chourey</cp:lastModifiedBy>
  <cp:revision>1</cp:revision>
  <dcterms:created xsi:type="dcterms:W3CDTF">2026-04-26T15:09:03Z</dcterms:created>
  <dcterms:modified xsi:type="dcterms:W3CDTF">2026-04-27T07:52:49Z</dcterms:modified>
</cp:coreProperties>
</file>